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66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92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68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98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45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27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25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61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3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19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BB8FD-C3F3-42DC-901C-B025ED57A5E0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AB13A-D70F-42B3-879B-73AD4E978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57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Servlet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40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C00000"/>
                </a:solidFill>
              </a:rPr>
              <a:t>Servlet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2475"/>
            <a:ext cx="10515600" cy="960304"/>
          </a:xfrm>
        </p:spPr>
        <p:txBody>
          <a:bodyPr/>
          <a:lstStyle/>
          <a:p>
            <a:r>
              <a:rPr lang="en-IN" dirty="0" smtClean="0"/>
              <a:t>Servlet is a simple java program than runs on a server and capable of handling request and generating dynamic response </a:t>
            </a:r>
            <a:endParaRPr lang="en-IN" dirty="0"/>
          </a:p>
        </p:txBody>
      </p:sp>
      <p:grpSp>
        <p:nvGrpSpPr>
          <p:cNvPr id="30" name="Group 29"/>
          <p:cNvGrpSpPr/>
          <p:nvPr/>
        </p:nvGrpSpPr>
        <p:grpSpPr>
          <a:xfrm>
            <a:off x="1085316" y="2409825"/>
            <a:ext cx="10526193" cy="3841999"/>
            <a:chOff x="1085316" y="2409825"/>
            <a:chExt cx="10526193" cy="3841999"/>
          </a:xfrm>
        </p:grpSpPr>
        <p:sp>
          <p:nvSpPr>
            <p:cNvPr id="4" name="Oval 3"/>
            <p:cNvSpPr/>
            <p:nvPr/>
          </p:nvSpPr>
          <p:spPr>
            <a:xfrm>
              <a:off x="1085316" y="3614871"/>
              <a:ext cx="2334159" cy="20424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/>
            <p:cNvSpPr/>
            <p:nvPr/>
          </p:nvSpPr>
          <p:spPr>
            <a:xfrm>
              <a:off x="8390990" y="2409825"/>
              <a:ext cx="3220519" cy="324749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95450" y="5882492"/>
              <a:ext cx="1562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solidFill>
                    <a:srgbClr val="FF0000"/>
                  </a:solidFill>
                </a:rPr>
                <a:t>Client</a:t>
              </a:r>
              <a:r>
                <a:rPr lang="en-IN" dirty="0" smtClean="0"/>
                <a:t> </a:t>
              </a:r>
              <a:endParaRPr lang="en-IN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91700" y="5740822"/>
              <a:ext cx="1562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solidFill>
                    <a:srgbClr val="FF0000"/>
                  </a:solidFill>
                </a:rPr>
                <a:t>Server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43025" y="4200525"/>
              <a:ext cx="1914525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solidFill>
                    <a:srgbClr val="002060"/>
                  </a:solidFill>
                </a:rPr>
                <a:t>Web Browse </a:t>
              </a:r>
            </a:p>
            <a:p>
              <a:r>
                <a:rPr lang="en-IN" dirty="0" smtClean="0">
                  <a:solidFill>
                    <a:srgbClr val="002060"/>
                  </a:solidFill>
                </a:rPr>
                <a:t>( Google Chrome)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843427" y="3160788"/>
              <a:ext cx="2619375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IN" dirty="0" smtClean="0"/>
                <a:t>Static web pages( html documents)</a:t>
              </a:r>
            </a:p>
            <a:p>
              <a:pPr marL="285750" indent="-285750">
                <a:buFontTx/>
                <a:buChar char="-"/>
              </a:pPr>
              <a:r>
                <a:rPr lang="en-IN" dirty="0" smtClean="0"/>
                <a:t>Servlets ( Generating dynamic page pages)</a:t>
              </a:r>
              <a:endParaRPr lang="en-IN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48775" y="4433923"/>
              <a:ext cx="194759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500" dirty="0" smtClean="0">
                  <a:solidFill>
                    <a:srgbClr val="002060"/>
                  </a:solidFill>
                </a:rPr>
                <a:t>Web Server</a:t>
              </a:r>
            </a:p>
            <a:p>
              <a:pPr algn="ctr"/>
              <a:r>
                <a:rPr lang="en-IN" sz="2500" dirty="0" smtClean="0">
                  <a:solidFill>
                    <a:srgbClr val="002060"/>
                  </a:solidFill>
                </a:rPr>
                <a:t>(Tomcat)</a:t>
              </a:r>
              <a:endParaRPr lang="en-IN" sz="2500" dirty="0">
                <a:solidFill>
                  <a:srgbClr val="002060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2867025" y="2949921"/>
              <a:ext cx="5610225" cy="831504"/>
            </a:xfrm>
            <a:custGeom>
              <a:avLst/>
              <a:gdLst>
                <a:gd name="connsiteX0" fmla="*/ 0 w 5610225"/>
                <a:gd name="connsiteY0" fmla="*/ 831504 h 831504"/>
                <a:gd name="connsiteX1" fmla="*/ 2362200 w 5610225"/>
                <a:gd name="connsiteY1" fmla="*/ 2829 h 831504"/>
                <a:gd name="connsiteX2" fmla="*/ 5610225 w 5610225"/>
                <a:gd name="connsiteY2" fmla="*/ 612429 h 831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10225" h="831504">
                  <a:moveTo>
                    <a:pt x="0" y="831504"/>
                  </a:moveTo>
                  <a:cubicBezTo>
                    <a:pt x="713581" y="435422"/>
                    <a:pt x="1427163" y="39341"/>
                    <a:pt x="2362200" y="2829"/>
                  </a:cubicBezTo>
                  <a:cubicBezTo>
                    <a:pt x="3297237" y="-33683"/>
                    <a:pt x="4453731" y="289373"/>
                    <a:pt x="5610225" y="6124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81375" y="4981575"/>
              <a:ext cx="5343525" cy="829162"/>
            </a:xfrm>
            <a:custGeom>
              <a:avLst/>
              <a:gdLst>
                <a:gd name="connsiteX0" fmla="*/ 5343525 w 5343525"/>
                <a:gd name="connsiteY0" fmla="*/ 95250 h 829162"/>
                <a:gd name="connsiteX1" fmla="*/ 2438400 w 5343525"/>
                <a:gd name="connsiteY1" fmla="*/ 828675 h 829162"/>
                <a:gd name="connsiteX2" fmla="*/ 0 w 5343525"/>
                <a:gd name="connsiteY2" fmla="*/ 0 h 82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43525" h="829162">
                  <a:moveTo>
                    <a:pt x="5343525" y="95250"/>
                  </a:moveTo>
                  <a:cubicBezTo>
                    <a:pt x="4336256" y="469900"/>
                    <a:pt x="3328987" y="844550"/>
                    <a:pt x="2438400" y="828675"/>
                  </a:cubicBezTo>
                  <a:cubicBezTo>
                    <a:pt x="1547813" y="812800"/>
                    <a:pt x="773906" y="40640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" name="Straight Connector 19"/>
            <p:cNvCxnSpPr>
              <a:endCxn id="15" idx="2"/>
            </p:cNvCxnSpPr>
            <p:nvPr/>
          </p:nvCxnSpPr>
          <p:spPr>
            <a:xfrm>
              <a:off x="8390990" y="3400425"/>
              <a:ext cx="8626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5" idx="2"/>
            </p:cNvCxnSpPr>
            <p:nvPr/>
          </p:nvCxnSpPr>
          <p:spPr>
            <a:xfrm flipH="1">
              <a:off x="8390990" y="3562350"/>
              <a:ext cx="86260" cy="525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381375" y="4981575"/>
              <a:ext cx="38100" cy="986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8" idx="2"/>
            </p:cNvCxnSpPr>
            <p:nvPr/>
          </p:nvCxnSpPr>
          <p:spPr>
            <a:xfrm>
              <a:off x="3381375" y="4981575"/>
              <a:ext cx="104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595545" y="3160788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/>
                <a:t>Http Request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95545" y="5792405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/>
                <a:t>Http Response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8776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Servlet </vt:lpstr>
      <vt:lpstr>Servlet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</dc:title>
  <dc:creator>Windows User</dc:creator>
  <cp:lastModifiedBy>Windows User</cp:lastModifiedBy>
  <cp:revision>3</cp:revision>
  <dcterms:created xsi:type="dcterms:W3CDTF">2023-09-22T05:27:50Z</dcterms:created>
  <dcterms:modified xsi:type="dcterms:W3CDTF">2023-09-22T05:35:58Z</dcterms:modified>
</cp:coreProperties>
</file>